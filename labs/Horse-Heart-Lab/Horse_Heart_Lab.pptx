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Hook. Ask students to find their own pulse. Then show the app's Standing preset at 36 beats per minute and let them feel how slow that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figure is the app's wander model: a short memory time gives scatter, a long one gives drift, and with the random kicks off the wander dies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9BDD9"/>
                </a:solidFill>
                <a:latin typeface="Calibri"/>
              </a:rPr>
              <a:t>EQUIPHYSICS OUTREACH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Horse Heart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DFE6F4"/>
                </a:solidFill>
                <a:latin typeface="Calibri"/>
              </a:rPr>
              <a:t>How a horse's heart beats, from standing still to a gallop, and how to build one from a clock and five bumps.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A9BDD9"/>
                </a:solidFill>
                <a:latin typeface="Calibri"/>
              </a:rPr>
              <a:t>Laura Miller · EquiPhysics, Sonoita, Arizona · equiphysics.github.io/web-apps/heart</a:t>
            </a:r>
          </a:p>
        </p:txBody>
      </p:sp>
      <p:pic>
        <p:nvPicPr>
          <p:cNvPr id="7" name="Picture 6" descr="qr_hear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2062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A HEART THE SIZE OF A BASKETBALL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 horse's heart?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About 4 to 5 kg, one percent of the horse. Yours is about 300 g.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Rests at 28–44 beats a minute. Climbs past 220 at a gallop. That is a six-fold range.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Pushes close to a liter of blood with every beat.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Fit horses skip a beat now and then while standing quietly, on purpose.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Question for the room: what is your resting heart rate? How high does it go?</a:t>
            </a:r>
          </a:p>
        </p:txBody>
      </p:sp>
      <p:pic>
        <p:nvPicPr>
          <p:cNvPr id="6" name="Picture 5" descr="crop_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120640" cy="2816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P, QRS,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Reading the 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ECG is the electrical echo of the heart muscle firing.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P: the atria fire (top chambers).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QRS: the ventricles fire. The big spike.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T: the ventricles recharge.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Where the electrodes sit decides which way each wave points. In Duque's strap the T points down.</a:t>
            </a:r>
          </a:p>
        </p:txBody>
      </p:sp>
      <p:pic>
        <p:nvPicPr>
          <p:cNvPr id="6" name="Picture 5" descr="fig_labeled_b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6035040" cy="2145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A REAL HORSE, A REAL 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Duque's own 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48055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Duque wears a Polar Equine strap: one ECG lead, 125 samples a second.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Left: about 60 beats averaged while walking, 63 beats/min.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Right: about 120 beats averaged while trotting, 117 beats/min.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T wave grows and moves closer to the R as the rate goes up.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red dashed line is the model with the app's default numbers.</a:t>
            </a:r>
          </a:p>
        </p:txBody>
      </p:sp>
      <p:pic>
        <p:nvPicPr>
          <p:cNvPr id="6" name="Picture 5" descr="fig_model_vs_du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583680" cy="2274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NOT A METRONOME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rhythm wanders, and that is healthy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RR interval: the time from one beat to the next.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SDNN: how spread out the intervals are overall.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RMSSD: how much they change from one beat to the next.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Breathing in speeds the heart up a little (RSA). Slow, smooth sway.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Standing quietly, Duque's RR is about 1.8 s with SDNN near 150 ms and RMSSD near 50 ms.</a:t>
            </a:r>
          </a:p>
        </p:txBody>
      </p:sp>
      <p:pic>
        <p:nvPicPr>
          <p:cNvPr id="6" name="Picture 5" descr="fig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217920" cy="3178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THE MATH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clock and five bumps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One hand θ sweeps around once per beat at speed ω = 2π·HR/60.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Each wave is a bump of height aᵢ and width bᵢ parked at its own angle θᵢ.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ECG is the sum of the bumps as the hand passes them.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McSharry, Clifford, Tarassenko &amp; Smith (2003).</a:t>
            </a:r>
          </a:p>
        </p:txBody>
      </p:sp>
      <p:pic>
        <p:nvPicPr>
          <p:cNvPr id="6" name="Picture 5" descr="crop_e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91840"/>
            <a:ext cx="5120640" cy="2389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C2757"/>
                </a:solidFill>
                <a:latin typeface="Consolas"/>
              </a:rPr>
              <a:t>dθ/dt = ω(t) = 2π · HR(t) / 60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C2757"/>
                </a:solidFill>
                <a:latin typeface="Consolas"/>
              </a:rPr>
              <a:t>ECG(θ) = Σᵢ aᵢ · exp( −(θ − θᵢ)² / 2bᵢ²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A STOCHASTIC DIFFERENTIAL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the wander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rate is a set point, swayed by breathing, times a wandering factor x.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Spring: −(x/τ) dt pulls x back toward zero. τ is the memory time.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Kicks: σ dW, random nudges from the nervous system (a Wiener process).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Turn the kicks off and only the spring is left: the wander decays.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This is the Ornstein–Uhlenbeck process, the simplest SDE.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6304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C2757"/>
                </a:solidFill>
                <a:latin typeface="Consolas"/>
              </a:rPr>
              <a:t>HR(t) = HR₀·(1 + RSA·sin 2πφ_breath)·(1 + x)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C2757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C2757"/>
                </a:solidFill>
                <a:latin typeface="Consolas"/>
              </a:rPr>
              <a:t>dx = −(x / τ) dt + σ dW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84048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Short τ → beat-to-beat scatter (RMSSD up).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Long τ → slow drift over many beats (SDNN up).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Kicks off → an ordinary differential equation, x →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WHAT HAD TO SHRINK?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Rate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2976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At a gallop the heart beats almost four times a second.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QRS keeps its width: the ventricles fire just as fast.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P and T waves move closer to the R: the ventricles recharge faster.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QT scales with the square root of the RR interval. Bazett's rule, 1920.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Switch it off in the app: the T wave of one beat runs into the P wave of the next.</a:t>
            </a:r>
          </a:p>
        </p:txBody>
      </p:sp>
      <p:pic>
        <p:nvPicPr>
          <p:cNvPr id="6" name="Picture 5" descr="fig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766560" cy="2029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THE SENSOR IS PART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Did the heart skip, or did the strap?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2976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strap has its own beat detector (the red lines).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Sometimes it misses a beat and reports one interval twice as long.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The ECG shows a full QRS inside the gap. The heart beat; the strap blinked.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A real skipped beat would show a P wave with nothing after it.</a:t>
            </a:r>
          </a:p>
          <a:p>
            <a:pPr>
              <a:spcAft>
                <a:spcPts val="600"/>
              </a:spcAft>
            </a:pPr>
            <a:r>
              <a:rPr sz="1700" b="0">
                <a:latin typeface="Calibri"/>
              </a:rPr>
              <a:t>• Always ask which part of the system made the feature: the horse, the model, or the sensor.</a:t>
            </a:r>
          </a:p>
        </p:txBody>
      </p:sp>
      <p:pic>
        <p:nvPicPr>
          <p:cNvPr id="6" name="Picture 5" descr="fig_strap_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766560" cy="2029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OPEN IT ON YOUR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Your missions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A · Read the ECG: five activities, label the waves.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B · The rhythm: breathing sway, memory time, kicks on and off, dropped beats.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C · Build the beat: ω, rate adaptation, match Duque's trot, the SDE in words.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D · Reality check: standing, trot, the whole ride, and the strap-miss detective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  <p:pic>
        <p:nvPicPr>
          <p:cNvPr id="7" name="Picture 6" descr="qr_hear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45720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757"/>
                </a:solidFill>
                <a:latin typeface="Calibri"/>
              </a:rPr>
              <a:t>Scan with your camera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757"/>
                </a:solidFill>
                <a:latin typeface="Calibri"/>
              </a:rPr>
              <a:t>equiphysics.github.io/web-apps/heart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C2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A9BDD9"/>
                </a:solidFill>
                <a:latin typeface="Calibri"/>
              </a:rPr>
              <a:t>EQUIPHYSICS · A 501(C)(3) NONPROFIT FOR HORSE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Stay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Math and movement science, put to work for the horses that inspire it.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All of today's materials are free: equiphysics.github.io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Data, lessons, and code: github.com/equiphysics/education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Calibri"/>
              </a:rPr>
              <a:t>• equiphysics.org · laura_miller@equiphysics.org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EquiPhysics · Horse Heart Lab · equiphysics.org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